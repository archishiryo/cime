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maquette.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volcans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Exposé de 5e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naît un volcan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Le magma monte depuis le manteau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La pression fait éruption par la cheminée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La lave refroidit et forme un cône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Cimes</dc:creator>
  <cp:lastModifiedBy>Cimes</cp:lastModifiedBy>
  <cp:revision>1</cp:revision>
  <dcterms:created xsi:type="dcterms:W3CDTF">2026-10-02T14:07:59Z</dcterms:created>
  <dcterms:modified xsi:type="dcterms:W3CDTF">2026-10-02T14:07:59Z</dcterms:modified>
</cp:coreProperties>
</file>